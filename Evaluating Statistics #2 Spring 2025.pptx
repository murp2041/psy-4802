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Raleway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342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c1a761d4b9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c1a761d4b9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c1a761d4b9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c1a761d4b9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c1a761d4b9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c1a761d4b9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c1a761d4b9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c1a761d4b9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c1a761d4b9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c1a761d4b9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c1a761d4b9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c1a761d4b9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c1a761d4b9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c1a761d4b9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c1a761d4b9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c1a761d4b9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c1a761d4b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c1a761d4b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question: Does extent to which users trust Facebook correlate to the intensity of their Facebook use?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 to inform the public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IV: Trust/ DV: Intensity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were variables measured: through surveys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Sample: 661 Facebook users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Descriptive statistics: </a:t>
            </a:r>
            <a:r>
              <a:rPr lang="en">
                <a:solidFill>
                  <a:schemeClr val="dk1"/>
                </a:solidFill>
              </a:rPr>
              <a:t>depend on the level of measurement the researchers use: if they ask yes/no questions on the survey, that would be considered as nominal, so we would use use mode to measure. But they ask the 1-10 scale of intensity on the survey, that case we can use average to measure.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c1a761d4b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c1a761d4b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wiss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news.ncsu.edu/2020/12/study-finds-strong-links-between-trust-and-social-media-use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Evaluating Statistics #2</a:t>
            </a:r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PSY3801 Spring 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Outcomes</a:t>
            </a:r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the end of lab, you should be able to: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Define the components of the evaluating statistics #2 assignment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Practice completing the evaluating statistics #2 assignment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Evaluating Statistics #2</a:t>
            </a:r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Will be assigned a newspaper article from one of the following sources: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ABC News, BBC News, CNN, Daily Mail UK, Fox News, NBC, New York Times, Times, Washington Post, USA Today, Huffington Post, Los Angeles Times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Full list of guidelines are on Canvas in the Evaluating Statistics Module and Assignment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Evaluating Statistics #2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Summarize the article 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What’s the goal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Research Question and Study Design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Independent, Dependent, &amp; Extraneous variables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Population and Sample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What statistics are present (Descriptive and Inferential)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How are they interpreted (done well and needs improvement?)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Evaluating Statistics #2</a:t>
            </a:r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you need to do? 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Write a paper describing the statistics used and evaluate their use </a:t>
            </a:r>
            <a:endParaRPr/>
          </a:p>
          <a:p>
            <a:pPr marL="13716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Both descriptive and inferential statistics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Evaluating Statistics #2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1 – 3 pages double spaced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Title Page and Reference (not included in page number)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Only reference should be the newspaper article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Do NOT go back to read the scientific paper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APA Style (Student Paper)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https://owl.purdue.edu/owl/research_and_citation/apa_style/apa_formatting_and_style_guide/general_format.html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Times New Roman, appropriate headings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Due </a:t>
            </a:r>
            <a:r>
              <a:rPr lang="en-US"/>
              <a:t>April 30th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All work must be handed in by the last day of class (May 5th)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Evaluating Statistics #2</a:t>
            </a:r>
            <a:endParaRPr/>
          </a:p>
        </p:txBody>
      </p:sp>
      <p:sp>
        <p:nvSpPr>
          <p:cNvPr id="109" name="Google Shape;109;p19"/>
          <p:cNvSpPr txBox="1">
            <a:spLocks noGrp="1"/>
          </p:cNvSpPr>
          <p:nvPr>
            <p:ph type="body" idx="1"/>
          </p:nvPr>
        </p:nvSpPr>
        <p:spPr>
          <a:xfrm>
            <a:off x="98200" y="1266325"/>
            <a:ext cx="9045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Things to keep in mind: </a:t>
            </a:r>
            <a:endParaRPr sz="2300"/>
          </a:p>
          <a:p>
            <a:pPr marL="457200" lvl="0" indent="-374650" algn="l" rtl="0">
              <a:spcBef>
                <a:spcPts val="120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Not all information will be presented in the newspaper article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Make inferences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Don’t just say that you can’t find it! 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Purpose of the assignment is to have you use your knowledge in a different context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We are interested in what you’ve learned and what you think, not what is written in the research article!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Make sure you address all aspects of the assignment! </a:t>
            </a:r>
            <a:endParaRPr sz="2300"/>
          </a:p>
        </p:txBody>
      </p:sp>
      <p:sp>
        <p:nvSpPr>
          <p:cNvPr id="110" name="Google Shape;110;p19"/>
          <p:cNvSpPr txBox="1"/>
          <p:nvPr/>
        </p:nvSpPr>
        <p:spPr>
          <a:xfrm>
            <a:off x="5343900" y="1857525"/>
            <a:ext cx="382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Evaluating Statistics #2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More information about the assignment can be found on Canvas in the rubric and the assignment document. What questions do you have?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Evaluating Statistics #2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1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https://news.ncsu.edu/2020/12/study-finds-strong-links-between-trust-and-social-media-use/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lang="en" sz="2800">
                <a:latin typeface="Consolas"/>
                <a:ea typeface="Consolas"/>
                <a:cs typeface="Consolas"/>
                <a:sym typeface="Consolas"/>
              </a:rPr>
              <a:t>Open the Statistics in the News file and let’s see if we can answer each of the questions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Questions: </a:t>
            </a:r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would you summarize the article?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 the goal of the article (e.g. why was it written?)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 the research question?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variables are used? (IV/DV)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were the variables measured?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Who is our sample? Who is our target population?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 descriptive statistics were mentioned in the article? If none, what seems likely to have been calculated by the researchers? Why?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Evaluating Statistics #2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parts of the assignment have not been addressed? How can we address them?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629</Words>
  <Application>Microsoft Office PowerPoint</Application>
  <PresentationFormat>全屏显示(16:9)</PresentationFormat>
  <Paragraphs>62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Lato</vt:lpstr>
      <vt:lpstr>Arial</vt:lpstr>
      <vt:lpstr>Consolas</vt:lpstr>
      <vt:lpstr>Raleway</vt:lpstr>
      <vt:lpstr>Swiss</vt:lpstr>
      <vt:lpstr>Evaluating Statistics #2</vt:lpstr>
      <vt:lpstr>Learning Outcomes</vt:lpstr>
      <vt:lpstr>Evaluating Statistics #2</vt:lpstr>
      <vt:lpstr>Evaluating Statistics #2 </vt:lpstr>
      <vt:lpstr>Evaluating Statistics #2</vt:lpstr>
      <vt:lpstr>Evaluating Statistics #2 </vt:lpstr>
      <vt:lpstr>Evaluating Statistics #2</vt:lpstr>
      <vt:lpstr>Evaluating Statistics #2  </vt:lpstr>
      <vt:lpstr>Evaluating Statistics #2  </vt:lpstr>
      <vt:lpstr>Practice Questions: </vt:lpstr>
      <vt:lpstr>Evaluating Statistics #2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Raj K Wahlquist</dc:creator>
  <cp:lastModifiedBy>Xinyu Liu</cp:lastModifiedBy>
  <cp:revision>4</cp:revision>
  <dcterms:modified xsi:type="dcterms:W3CDTF">2025-03-16T00:31:49Z</dcterms:modified>
</cp:coreProperties>
</file>